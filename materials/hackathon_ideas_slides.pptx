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PRレビュー要約Bot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PRのdiffをAIが要約、レビューポイントを提示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Python/Node.js + GitHub API + LLM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01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PRが大きくなるとレビューに時間がかかる。要点だけ先に知りたい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GitHub PR URL入力→diff取得→LLMが変更サマリー+レビューポイントを生成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PR URL入力フォーム</a:t>
            </a:r>
            <a:br/>
            <a:r>
              <a:t>・ diff取得→LLM要約</a:t>
            </a:r>
            <a:br/>
            <a:r>
              <a:t>・ 結果をMarkdownで表示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議事録→TODO抽出マシン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会議テキストから決定事項・TODO・担当者を自動抽出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★☆☆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JS +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02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会議後に「誰が何やるんだっけ？」ってなる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議事録テキスト入力→LLMが構造化→決定事項/TODO/担当を分離出力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テキスト入力エリア</a:t>
            </a:r>
            <a:br/>
            <a:r>
              <a:t>・ LLM構造化処理</a:t>
            </a:r>
            <a:br/>
            <a:r>
              <a:t>・ Markdown/JSON出力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ドキュメントQ&amp;A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自分のドキュメントに質問できるRAGチャットBot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Python + LangChain + ChromaDB +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03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社内Wiki・READMEが膨大で欲しい情報が見つからない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Markdownアップロード→ベクトル化→質問に引用元付きで回答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ファイルアップロード</a:t>
            </a:r>
            <a:br/>
            <a:r>
              <a:t>・ RAGパイプライン構築</a:t>
            </a:r>
            <a:br/>
            <a:r>
              <a:t>・ チャットUI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AI日報ジェネレーター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gitログ+チャットから今日の日報を自動生成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★☆☆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Python/Node.js + Git CLI + LLM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04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毎日の日報作成がめんどくさい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git log取得+チャットログ入力→LLMが日報フォーマットで生成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git log取得</a:t>
            </a:r>
            <a:br/>
            <a:r>
              <a:t>・ テキスト入力</a:t>
            </a:r>
            <a:br/>
            <a:r>
              <a:t>・ 日報フォーマット出力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コマンドライン翻訳家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自然言語→正しいターミナルコマンドを返すCLI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★☆☆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Python/Node.js + LLM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05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コマンドのオプションを毎回ググるのがだるい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「○○したい」→LLMがコマンド生成→確認→実行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CLIインターフェース</a:t>
            </a:r>
            <a:br/>
            <a:r>
              <a:t>・ LLMコマンド生成</a:t>
            </a:r>
            <a:br/>
            <a:r>
              <a:t>・ 確認プロンプト+実行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CLAUDE.mdジェネレーター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リポジトリからCLAUDE.mdを自動生成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Python/Node.js + ファイル操作 + LLM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06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Claude Codeを使いたいけどCLAUDE.mdを書くのが面倒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リポジトリ構造・package.json・README解析→CLAUDE.md自動生成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リポジトリパス指定</a:t>
            </a:r>
            <a:br/>
            <a:r>
              <a:t>・ 構造解析</a:t>
            </a:r>
            <a:br/>
            <a:r>
              <a:t>・ CLAUDE.md出力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スクショ→Issue変換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バグのスクショから再現手順付きIssueを自動作成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JS + マルチモーダルLLM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07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スクショだけ飛んできて再現手順が書かれてない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画像アップ→マルチモーダルLLMで解析→Issue形式で出力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画像D&amp;D</a:t>
            </a:r>
            <a:br/>
            <a:r>
              <a:t>・ LLM画像解析</a:t>
            </a:r>
            <a:br/>
            <a:r>
              <a:t>・ Issueテンプレ出力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プロンプト共有ライブラリ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チームで使えるプロンプト集+コピーボタン+評価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★☆☆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CSS + JS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08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いいプロンプト見つけたけど共有場所がない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カテゴリ分け+コピーボタン+評価機能のWebアプリ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SPA UI</a:t>
            </a:r>
            <a:br/>
            <a:r>
              <a:t>・ カテゴリ分類</a:t>
            </a:r>
            <a:br/>
            <a:r>
              <a:t>・ LocalStorage保存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git diff読み上げBot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diffを日本語の変更サマリーに変換してチャットに投稿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Python/Node.js + Git CLI + LLM API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09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diffが大きいと読む気が失せる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git diff取得→LLMが要約→変更理由推測+レビューポイント生成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diff取得</a:t>
            </a:r>
            <a:br/>
            <a:r>
              <a:t>・ LLM要約</a:t>
            </a:r>
            <a:br/>
            <a:r>
              <a:t>・ チャット投稿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エラーメッセージ翻訳家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エラーログを貼ると原因・対処法を日本語で返す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★☆☆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JS + LLM API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10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英語のスタックトレースが読めない/読みたくない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エラー貼付→LLMが原因分析→対処法ステップバイステップ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テキスト入力</a:t>
            </a:r>
            <a:br/>
            <a:r>
              <a:t>・ LLM解析</a:t>
            </a:r>
            <a:br/>
            <a:r>
              <a:t>・ 対処法表示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GameForge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テキスト→60秒でプレイ可能なブラウザゲーム生成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JS + LLM API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11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ゲームのアイデアはあるが実装する時間がない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テキストでゲーム説明→LLMがHTML+JS+CSS生成→iframe内で即プレイ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テキスト入力</a:t>
            </a:r>
            <a:br/>
            <a:r>
              <a:t>・ コード生成</a:t>
            </a:r>
            <a:br/>
            <a:r>
              <a:t>・ iframe実行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Prism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Slack/Discordの雑談からバグ報告・機能要望を自動抽出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JS + LLM API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12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ノイジーなチャットに重要情報が埋もれる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チャットログ入力→LLMがカテゴリ分け→Issue/バックログ形式で出力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テキスト入力</a:t>
            </a:r>
            <a:br/>
            <a:r>
              <a:t>・ 分類処理</a:t>
            </a:r>
            <a:br/>
            <a:r>
              <a:t>・ 構造化出力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ASCII（リポジトリ質問Bot）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リポジトリに何を聞いても答えるBot（MCP活用）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Claude Code SDK + GitHub MCP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13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新入社員の「これどうなってるんですか？」が多すぎる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リポジトリ指定→コードベースを理解→質問にコード引用付きで回答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リポジトリ指定</a:t>
            </a:r>
            <a:br/>
            <a:r>
              <a:t>・ コード理解</a:t>
            </a:r>
            <a:br/>
            <a:r>
              <a:t>・ Q&amp;A応答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cart-to-kitchen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買い物かごの写真→食材認識→レシピ提案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JS + マルチモーダルLLM API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14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食材はあるけど何を作ればいいかわからない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写真アップ→食材リスト生成→3レシピ提案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画像アップ</a:t>
            </a:r>
            <a:br/>
            <a:r>
              <a:t>・ 食材認識</a:t>
            </a:r>
            <a:br/>
            <a:r>
              <a:t>・ レシピ出力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仕様書＆テスト自動生成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GitHub+Notionから要件書・テストケースを自動生成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Python/Node.js + GitHub API + LLM API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15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QAの手作業コピペが多すぎる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PR+Notionページ入力→LLMが要件書+テストケース一覧をMarkdownで出力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URL入力</a:t>
            </a:r>
            <a:br/>
            <a:r>
              <a:t>・ 複数API連携</a:t>
            </a:r>
            <a:br/>
            <a:r>
              <a:t>・ 構造化出力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税務会話AI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確定申告を会話形式で完了するAI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★☆☆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JS + LLM API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16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確定申告・経費仕分けが面倒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「経費として落とせますか？」→AIが質問→仕分け結果を出力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チャットUI</a:t>
            </a:r>
            <a:br/>
            <a:r>
              <a:t>・ 質問応答ループ</a:t>
            </a:r>
            <a:br/>
            <a:r>
              <a:t>・ 仕分け出力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リアルタイム会議マインドマップ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会議の流れがリアルタイムでマインドマップに育つ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JS + LLM API + Markmap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17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字幕は流れるだけ。会議の全体像が掴めない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テキスト逐次入力→LLMが定期的にマインドマップ再生成→リアルタイム描画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テキスト入力</a:t>
            </a:r>
            <a:br/>
            <a:r>
              <a:t>・ LLMマップ生成</a:t>
            </a:r>
            <a:br/>
            <a:r>
              <a:t>・ Markmap描画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"今なに言った？"キャッチャー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自分の名前・決定事項・質問の瞬間だけポップアップ通知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★☆☆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Python/JS + 文字起こしAPI + 通知API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18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画面共有を見てると字幕が追えない。視線が1つしかない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字幕テキスト監視→キーワード検出→デスクトップ通知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テキスト監視</a:t>
            </a:r>
            <a:br/>
            <a:r>
              <a:t>・ キーワード検出</a:t>
            </a:r>
            <a:br/>
            <a:r>
              <a:t>・ 通知表示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会議の"空気"テキスト化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笑い・沈黙・声の変化をメタ情報として字幕に付加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Python + 音声分析API + LLM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19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字幕だけだと冗談なのかマジなのか分からない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音声分析→[笑い][沈黙5秒]等を検出→字幕にインライン挿入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音声アップロード</a:t>
            </a:r>
            <a:br/>
            <a:r>
              <a:t>・ 感情分析</a:t>
            </a:r>
            <a:br/>
            <a:r>
              <a:t>・ メタ情報付き字幕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音の可視化ダッシュボード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環境音をリアルタイム分類してアイコン表示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JS + Web Audio API + TensorFlow.js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20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オフィスで呼ぶ声・電話・アラームが聞こえない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マイクで環境音取得→音声分類→アイコン+方向で表示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マイク入力</a:t>
            </a:r>
            <a:br/>
            <a:r>
              <a:t>・ YAMNet分類</a:t>
            </a:r>
            <a:br/>
            <a:r>
              <a:t>・ アイコン表示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非同期スタンドアップBot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朝会を音声なしで完結。AI要約+依存関係検出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Python + Slack API + LLM API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21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朝会は音声で回る。リアルタイムで全員の発言を追うのは大変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各自テキスト投稿→LLM要約→依存関係検出レポート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Bot質問</a:t>
            </a:r>
            <a:br/>
            <a:r>
              <a:t>・ 回答収集</a:t>
            </a:r>
            <a:br/>
            <a:r>
              <a:t>・ 要約+依存検出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ペアプロ仲介AI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テキストベースのペアプロをAIが文脈補完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JS + WebSocket + LLM API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22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ペアプロは声が前提。テキストだとテンポが遅い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2人のテキスト入力→AIが文脈補完・整理→意図を構造化表示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2画面チャット</a:t>
            </a:r>
            <a:br/>
            <a:r>
              <a:t>・ LLM文脈補完</a:t>
            </a:r>
            <a:br/>
            <a:r>
              <a:t>・ 構造化表示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見逃し字幕リプレイ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リアルタイム字幕を巻き戻せる。重要発言ハイライト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★☆☆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JS + 文字起こしAPI + LLM API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23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字幕は流れていく。目を離したら終わり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字幕をバッファ蓄積→「直近30秒再表示」ボタン→重要発言ハイライト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リングバッファ</a:t>
            </a:r>
            <a:br/>
            <a:r>
              <a:t>・ 再表示ボタン</a:t>
            </a:r>
            <a:br/>
            <a:r>
              <a:t>・ ハイライト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"聞こえる前提"検出器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仕様書の音声前提を検出し代替案を提案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★☆☆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HTML + JS + LLM API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24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仕様書に「電話で通知」と書いてあっても聴覚障害者には届かない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テキスト入力→LLMが聞こえる前提を検出→代替案提案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テキスト入力</a:t>
            </a:r>
            <a:br/>
            <a:r>
              <a:t>・ LLM検出</a:t>
            </a:r>
            <a:br/>
            <a:r>
              <a:t>・ 代替案表示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A86C"/>
                </a:solidFill>
                <a:latin typeface="JetBrains Mono"/>
              </a:defRPr>
            </a:pPr>
            <a:r>
              <a:t>THEME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5"/>
                </a:solidFill>
                <a:latin typeface="Noto Sans JP"/>
              </a:defRPr>
            </a:pPr>
            <a:r>
              <a:t>動画→構造化ノート変換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YouTube URL→章立て+�条書きMarkdownに変換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86C"/>
                </a:solidFill>
                <a:latin typeface="JetBrains Mono"/>
              </a:defRPr>
            </a:pPr>
            <a:r>
              <a:t>難易度: ★★☆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E7A"/>
                </a:solidFill>
                <a:latin typeface="JetBrains Mono"/>
              </a:defRPr>
            </a:pPr>
            <a:r>
              <a:t>Tech: Python + YouTube API + LLM API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THEME 25 ·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課題（Problem）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技術動画の字幕品質がバラバラ。文字で読みたい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Noto Sans JP"/>
              </a:defRPr>
            </a:pPr>
            <a:r>
              <a:t>解決策（Solution）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Noto Sans JP"/>
              </a:defRPr>
            </a:pPr>
            <a:r>
              <a:t>URL入力→字幕取得→LLMが章立て+要約+コードスニペット抽出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Noto Sans JP"/>
              </a:defRPr>
            </a:pPr>
            <a:r>
              <a:t>MVP（3時間で作る範囲）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Noto Sans JP"/>
              </a:defRPr>
            </a:pPr>
            <a:r>
              <a:t>・ URL入力</a:t>
            </a:r>
            <a:br/>
            <a:r>
              <a:t>・ 字幕取得</a:t>
            </a:r>
            <a:br/>
            <a:r>
              <a:t>・ Markdown出力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